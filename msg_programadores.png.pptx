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8FCB7-D22C-1A47-6DE5-C5AC2879B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F00DE8-EFCE-01CC-F92B-995602068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15E2BBB-3F20-B385-DFC3-00625B22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5470500-8E25-36FB-470F-0F87DBF48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78C4D89-EC1D-8A15-CBC9-4961BAD9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896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0339-14E9-2BFF-E919-1604D71B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4991EDF-5671-8B65-C118-095C4232A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270BB90-E4D9-3B0A-0B60-E60DF98D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7F0168C-7C0C-2C69-9E1C-843618DD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EBD545C-E1D8-AC93-09D6-998A78F6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589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7F639-DF9D-7D5F-2A6E-6BDD853D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C3FB31D-7E06-B6C4-C141-C8BEA2E61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C599B19-A2E1-2BA0-9EF7-E250073D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565DE8-F386-FDA9-6D3F-AECCFE78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CF5167C-D4CB-8401-28F7-68FC153A5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693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9B772-0B45-001D-34AA-E073BA1B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7C2F6E4-7FC3-1D66-DFBF-1BE7672A3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D341B8C-DA38-DFA3-59AD-66197FBE9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B60D7E6-DD3A-DF2A-98E4-6FBFE5CB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5DF22F6-8913-7DB1-4166-29AC902F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2175267-83C6-CD51-5596-1FE5D74D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255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A8654-CF87-7D15-AAC7-504442652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6E4B91-42EE-942C-3B7E-6DD0E4B4C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88E39B1-5745-9348-659F-CCDABD96F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699549F-DF6E-3BCA-169F-B5BB8E51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13CFCDA-9BFA-BF7D-CCE2-3FD02D2CF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CFC7BF8-B6D3-C203-99A2-03565A228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0DE7289-8755-0BEA-9D11-5ACAB292F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E1FA6CF-CB3A-6F21-05A5-B760ACF8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534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7E4CB-5E01-56D1-D4D5-857888DF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B02AC79-0AAF-4D23-7E84-D9CF4EB9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9D328C7-B7F4-833D-2E3E-92A0C923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A9154E4-3C65-CD30-45AD-6BB7AC83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934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4990ADC-75ED-25B3-7A1F-E9BBF476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95B8EBC7-8A2B-FC6C-842C-29E275622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06CC7EF-C5A1-167C-F125-F5B95C9F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156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7951C-33B2-01AA-906B-6A356E95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2F7422A-720A-7C1E-5591-811530C92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3B00463-BAA7-7A9D-9662-4C2C31F67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DA412CC-B03A-799D-A1DA-AEEF47F9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6880CA5-1463-F860-FC7A-0981D427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26EDD4E-51F2-39A7-82AE-D3D265E8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649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334DF-C98E-3DE7-CE60-4303886C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824BAEC-8102-6205-1EAE-6C319C983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7DC742A-5A36-EF91-3227-A05D67F0B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59A4D8A-89CC-F6A3-296A-A8FF4334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B630BB8-B58E-6A1C-F0BF-106DBE03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154A361-5A12-2CD4-7641-878C26DCF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261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D602-D9E8-A44A-5A95-FCAA2F0B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F25424A-E1A1-D0EC-9CAA-C0B4413C2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F24105C-DE46-22FA-0417-7D40E410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D0CE0B7-81F7-FD31-01EF-929C73786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A92641E-5C41-7A74-9CF6-D5F6FF6D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678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DEC6AE-CFF6-8992-EDA8-2E63B539B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9426184-8704-18B3-93DB-52C6A5895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DAB1184-9994-B47B-8252-81636AB5B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1F18AEC-A543-F25B-6DDC-4BF0D2D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BCA0A95-8E70-CB6E-19B0-63F3B25E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576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A5CFCEF-67B9-53C9-5B48-A4F0BDA5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391235A-31C7-6A9A-3FB9-0F029D329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78E3F5F-0742-FA50-37C3-91165DC05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20697-7B42-419A-BA99-7A98324D5215}" type="datetimeFigureOut">
              <a:rPr lang="pt-PT" smtClean="0"/>
              <a:t>05/04/2026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FB5CD07-4F55-36FC-2C44-034C2A124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8E85755-A87D-3D9D-B232-E8B5929E9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543B8-83D8-44A8-8D04-BFA16632DCE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7846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04831-82D8-30D6-4A15-33A7F56F3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945323"/>
            <a:ext cx="12110720" cy="2387600"/>
          </a:xfrm>
        </p:spPr>
        <p:txBody>
          <a:bodyPr>
            <a:normAutofit fontScale="90000"/>
          </a:bodyPr>
          <a:lstStyle/>
          <a:p>
            <a:r>
              <a:rPr lang="pt-PT" sz="8800" dirty="0"/>
              <a:t>“Juntos, formamos </a:t>
            </a:r>
            <a:r>
              <a:rPr lang="pt-PT" sz="8800"/>
              <a:t>bons programadores!”</a:t>
            </a:r>
            <a:endParaRPr lang="pt-PT" sz="8800" dirty="0"/>
          </a:p>
        </p:txBody>
      </p:sp>
    </p:spTree>
    <p:extLst>
      <p:ext uri="{BB962C8B-B14F-4D97-AF65-F5344CB8AC3E}">
        <p14:creationId xmlns:p14="http://schemas.microsoft.com/office/powerpoint/2010/main" val="3470711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</Words>
  <Application>Microsoft Office PowerPoint</Application>
  <PresentationFormat>Ecrã Panorâmico</PresentationFormat>
  <Paragraphs>1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“Juntos, formamos bons programadores!”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Armand Marques Neto</dc:creator>
  <cp:lastModifiedBy>Armand Marques Neto</cp:lastModifiedBy>
  <cp:revision>2</cp:revision>
  <dcterms:created xsi:type="dcterms:W3CDTF">2026-04-05T09:20:14Z</dcterms:created>
  <dcterms:modified xsi:type="dcterms:W3CDTF">2026-04-05T11:06:39Z</dcterms:modified>
</cp:coreProperties>
</file>